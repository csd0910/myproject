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800" b="1">
                <a:latin typeface="Meiryo UI"/>
              </a:defRPr>
            </a:pPr>
            <a:r>
              <a:t>DX Reverse Engineering Engine</a:t>
            </a:r>
          </a:p>
          <a:p>
            <a:pPr algn="ctr">
              <a:defRPr sz="2000">
                <a:solidFill>
                  <a:srgbClr val="646464"/>
                </a:solidFill>
                <a:latin typeface="Meiryo UI"/>
              </a:defRPr>
            </a:pPr>
            <a:r>
              <a:t>〜 業務の暗黙知を抽出する完全自動化エンジン（ブループリント詳細版） 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Meiryo UI"/>
              </a:defRPr>
            </a:pPr>
            <a:r>
              <a:t>システムの概要 (Concept)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latin typeface="Meiryo UI"/>
              </a:defRPr>
            </a:pPr>
            <a:r>
              <a:t>これは単なるロガーではなく、「業務の暗黙知を抽出する完全自動化エンジン」です。</a:t>
            </a:r>
          </a:p>
          <a:p>
            <a:pPr>
              <a:defRPr sz="2000">
                <a:latin typeface="Meiryo UI"/>
              </a:defRPr>
            </a:pPr>
            <a:r>
              <a:t>人間がやりながら記録し、AIが振り返り、人間が説明を足すことで、業務の完全な姿が浮かび上がります。</a:t>
            </a:r>
          </a:p>
          <a:p>
            <a:pPr>
              <a:defRPr sz="2000" b="1">
                <a:latin typeface="Meiryo UI"/>
              </a:defRPr>
            </a:pPr>
            <a:r>
              <a:t>フェーズ構成:</a:t>
            </a:r>
          </a:p>
          <a:p>
            <a:pPr lvl="1">
              <a:defRPr sz="1600">
                <a:latin typeface="Meiryo UI"/>
              </a:defRPr>
            </a:pPr>
            <a:r>
              <a:t>1. 完全記録（Recording）: バックグラウンドでのPC操作とExcel深層データの抽出</a:t>
            </a:r>
          </a:p>
          <a:p>
            <a:pPr lvl="1">
              <a:defRPr sz="1600">
                <a:latin typeface="Meiryo UI"/>
              </a:defRPr>
            </a:pPr>
            <a:r>
              <a:t>2. リバース・トレース（Reverse Tracing）: AIによる「結果から逆算した」仮説構築</a:t>
            </a:r>
          </a:p>
          <a:p>
            <a:pPr lvl="1">
              <a:defRPr sz="1600">
                <a:latin typeface="Meiryo UI"/>
              </a:defRPr>
            </a:pPr>
            <a:r>
              <a:t>3. 作業者への説明要求（Operator Annotation）: セル直結の吹き出しを使ったUI提供</a:t>
            </a:r>
          </a:p>
          <a:p>
            <a:pPr lvl="1">
              <a:defRPr sz="1600">
                <a:latin typeface="Meiryo UI"/>
              </a:defRPr>
            </a:pPr>
            <a:r>
              <a:t>4. 最終統合と可視化（Final Synthesis）: 客観ログと主観の結合による究極のマニュアル化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Meiryo UI"/>
              </a:defRPr>
            </a:pPr>
            <a:r>
              <a:t>フェーズ1・2: ログ抽出とAI推論のフロー (Input -&gt; Process -&gt; Output)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latin typeface="Meiryo UI"/>
              </a:defRPr>
            </a:pPr>
            <a:r>
              <a:t>1. system_logger.py (完全記録フェーズ)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200400" cy="1828800"/>
          </a:xfrm>
          <a:prstGeom prst="roundRect">
            <a:avLst/>
          </a:prstGeom>
          <a:solidFill>
            <a:srgbClr val="DCF0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latin typeface="Meiryo UI"/>
              </a:defRPr>
            </a:pPr>
            <a:r>
              <a:t>【入力 (Input)】</a:t>
            </a:r>
          </a:p>
          <a:p>
            <a:pPr>
              <a:defRPr sz="1400">
                <a:latin typeface="Meiryo UI"/>
              </a:defRPr>
            </a:pPr>
            <a:r>
              <a:t>・人間の自然なPC操作</a:t>
            </a:r>
          </a:p>
          <a:p>
            <a:pPr>
              <a:defRPr sz="1400">
                <a:latin typeface="Meiryo UI"/>
              </a:defRPr>
            </a:pPr>
            <a:r>
              <a:t>・Excel上でのコピペ/抽出</a:t>
            </a:r>
          </a:p>
          <a:p>
            <a:pPr>
              <a:defRPr sz="1400">
                <a:latin typeface="Meiryo UI"/>
              </a:defRPr>
            </a:pPr>
            <a:r>
              <a:t>・ソートや色変更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749039" y="2194560"/>
            <a:ext cx="731520" cy="548640"/>
          </a:xfrm>
          <a:prstGeom prst="rightArrow">
            <a:avLst/>
          </a:prstGeom>
          <a:solidFill>
            <a:srgbClr val="B4B4B4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1554480"/>
            <a:ext cx="3200400" cy="1828800"/>
          </a:xfrm>
          <a:prstGeom prst="roundRect">
            <a:avLst/>
          </a:prstGeom>
          <a:solidFill>
            <a:srgbClr val="FFE6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latin typeface="Meiryo UI"/>
              </a:defRPr>
            </a:pPr>
            <a:r>
              <a:t>【処理 (Process)】</a:t>
            </a:r>
          </a:p>
          <a:p>
            <a:pPr>
              <a:defRPr sz="1400">
                <a:latin typeface="Meiryo UI"/>
              </a:defRPr>
            </a:pPr>
            <a:r>
              <a:t>・pynputによるキー打鍵監視</a:t>
            </a:r>
          </a:p>
          <a:p>
            <a:pPr>
              <a:defRPr sz="1400">
                <a:latin typeface="Meiryo UI"/>
              </a:defRPr>
            </a:pPr>
            <a:r>
              <a:t>・win32comによるExcelプロセスへのアタッチ</a:t>
            </a:r>
          </a:p>
          <a:p>
            <a:pPr>
              <a:defRPr sz="1400">
                <a:latin typeface="Meiryo UI"/>
              </a:defRPr>
            </a:pPr>
            <a:r>
              <a:t>・Selection, フィルター, 色情報の強制抽出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863840" y="2194560"/>
            <a:ext cx="731520" cy="548640"/>
          </a:xfrm>
          <a:prstGeom prst="rightArrow">
            <a:avLst/>
          </a:prstGeom>
          <a:solidFill>
            <a:srgbClr val="B4B4B4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0" y="1554480"/>
            <a:ext cx="3200400" cy="1828800"/>
          </a:xfrm>
          <a:prstGeom prst="roundRect">
            <a:avLst/>
          </a:prstGeom>
          <a:solidFill>
            <a:srgbClr val="DCFFD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latin typeface="Meiryo UI"/>
              </a:defRPr>
            </a:pPr>
            <a:r>
              <a:t>【出力 (Output)】</a:t>
            </a:r>
          </a:p>
          <a:p>
            <a:pPr>
              <a:defRPr sz="1400">
                <a:latin typeface="Meiryo UI"/>
              </a:defRPr>
            </a:pPr>
            <a:r>
              <a:t>・生の操作ログ (system_log_YYYYMMDD.csv)</a:t>
            </a:r>
          </a:p>
          <a:p>
            <a:pPr>
              <a:defRPr sz="1400">
                <a:latin typeface="Meiryo UI"/>
              </a:defRPr>
            </a:pPr>
            <a:r>
              <a:t>※「何を・どこで・どのように」の事実のみ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latin typeface="Meiryo UI"/>
              </a:defRPr>
            </a:pPr>
            <a:r>
              <a:t>2. evaluate_log.py (AIリバース・トレースフェーズ)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3200400" cy="1828800"/>
          </a:xfrm>
          <a:prstGeom prst="roundRect">
            <a:avLst/>
          </a:prstGeom>
          <a:solidFill>
            <a:srgbClr val="DCF0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latin typeface="Meiryo UI"/>
              </a:defRPr>
            </a:pPr>
            <a:r>
              <a:t>【入力 (Input)】</a:t>
            </a:r>
          </a:p>
          <a:p>
            <a:pPr>
              <a:defRPr sz="1400">
                <a:latin typeface="Meiryo UI"/>
              </a:defRPr>
            </a:pPr>
            <a:r>
              <a:t>・生の操作ログCSV</a:t>
            </a:r>
          </a:p>
          <a:p>
            <a:pPr>
              <a:defRPr sz="1400">
                <a:latin typeface="Meiryo UI"/>
              </a:defRPr>
            </a:pPr>
            <a:r>
              <a:t>・時間的間隔やAlt+Tabの回数</a:t>
            </a:r>
          </a:p>
          <a:p>
            <a:pPr>
              <a:defRPr sz="1400">
                <a:latin typeface="Meiryo UI"/>
              </a:defRPr>
            </a:pPr>
            <a:r>
              <a:t>・対象ファイルのパス遷移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49039" y="4937760"/>
            <a:ext cx="731520" cy="548640"/>
          </a:xfrm>
          <a:prstGeom prst="rightArrow">
            <a:avLst/>
          </a:prstGeom>
          <a:solidFill>
            <a:srgbClr val="B4B4B4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4297680"/>
            <a:ext cx="3200400" cy="1828800"/>
          </a:xfrm>
          <a:prstGeom prst="roundRect">
            <a:avLst/>
          </a:prstGeom>
          <a:solidFill>
            <a:srgbClr val="FFE6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latin typeface="Meiryo UI"/>
              </a:defRPr>
            </a:pPr>
            <a:r>
              <a:t>【処理 (Process)】</a:t>
            </a:r>
          </a:p>
          <a:p>
            <a:pPr>
              <a:defRPr sz="1400">
                <a:latin typeface="Meiryo UI"/>
              </a:defRPr>
            </a:pPr>
            <a:r>
              <a:t>・ログを時系列でチャンク化</a:t>
            </a:r>
          </a:p>
          <a:p>
            <a:pPr>
              <a:defRPr sz="1400">
                <a:latin typeface="Meiryo UI"/>
              </a:defRPr>
            </a:pPr>
            <a:r>
              <a:t>・Gemini APIへ送信</a:t>
            </a:r>
          </a:p>
          <a:p>
            <a:pPr>
              <a:defRPr sz="1400">
                <a:latin typeface="Meiryo UI"/>
              </a:defRPr>
            </a:pPr>
            <a:r>
              <a:t>・「なぜその操作をしたか」の推測・文脈推定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863840" y="4937760"/>
            <a:ext cx="731520" cy="548640"/>
          </a:xfrm>
          <a:prstGeom prst="rightArrow">
            <a:avLst/>
          </a:prstGeom>
          <a:solidFill>
            <a:srgbClr val="B4B4B4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0" y="4297680"/>
            <a:ext cx="3200400" cy="1828800"/>
          </a:xfrm>
          <a:prstGeom prst="roundRect">
            <a:avLst/>
          </a:prstGeom>
          <a:solidFill>
            <a:srgbClr val="DCFFD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latin typeface="Meiryo UI"/>
              </a:defRPr>
            </a:pPr>
            <a:r>
              <a:t>【出力 (Output)】</a:t>
            </a:r>
          </a:p>
          <a:p>
            <a:pPr>
              <a:defRPr sz="1400">
                <a:latin typeface="Meiryo UI"/>
              </a:defRPr>
            </a:pPr>
            <a:r>
              <a:t>・AI評価済みログ</a:t>
            </a:r>
          </a:p>
          <a:p>
            <a:pPr>
              <a:defRPr sz="1400">
                <a:latin typeface="Meiryo UI"/>
              </a:defRPr>
            </a:pPr>
            <a:r>
              <a:t>(system_log_ai_evaluated_*.csv)</a:t>
            </a:r>
          </a:p>
          <a:p>
            <a:pPr>
              <a:defRPr sz="1400">
                <a:latin typeface="Meiryo UI"/>
              </a:defRPr>
            </a:pPr>
            <a:r>
              <a:t>※「何のために」の仮説が付与されたデータ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Meiryo UI"/>
              </a:defRPr>
            </a:pPr>
            <a:r>
              <a:t>フェーズ3・4: 図解生成と暗黙知補完のフロー (Input -&gt; Process -&gt; Output)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latin typeface="Meiryo UI"/>
              </a:defRPr>
            </a:pPr>
            <a:r>
              <a:t>3. generate_visual_excel_report.py (説明要求フェーズ)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200400" cy="1828800"/>
          </a:xfrm>
          <a:prstGeom prst="roundRect">
            <a:avLst/>
          </a:prstGeom>
          <a:solidFill>
            <a:srgbClr val="DCF0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latin typeface="Meiryo UI"/>
              </a:defRPr>
            </a:pPr>
            <a:r>
              <a:t>【入力 (Input)】</a:t>
            </a:r>
          </a:p>
          <a:p>
            <a:pPr>
              <a:defRPr sz="1400">
                <a:latin typeface="Meiryo UI"/>
              </a:defRPr>
            </a:pPr>
            <a:r>
              <a:t>・操作元のExcelファイル</a:t>
            </a:r>
          </a:p>
          <a:p>
            <a:pPr>
              <a:defRPr sz="1400">
                <a:latin typeface="Meiryo UI"/>
              </a:defRPr>
            </a:pPr>
            <a:r>
              <a:t>・AI評価済みログ (対象セル座標含む)</a:t>
            </a:r>
          </a:p>
          <a:p>
            <a:pPr>
              <a:defRPr sz="1400">
                <a:latin typeface="Meiryo UI"/>
              </a:defRPr>
            </a:pPr>
            <a:r>
              <a:t>・AIによる行動仮説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749039" y="2194560"/>
            <a:ext cx="731520" cy="548640"/>
          </a:xfrm>
          <a:prstGeom prst="rightArrow">
            <a:avLst/>
          </a:prstGeom>
          <a:solidFill>
            <a:srgbClr val="B4B4B4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1554480"/>
            <a:ext cx="3200400" cy="1828800"/>
          </a:xfrm>
          <a:prstGeom prst="roundRect">
            <a:avLst/>
          </a:prstGeom>
          <a:solidFill>
            <a:srgbClr val="FFE6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latin typeface="Meiryo UI"/>
              </a:defRPr>
            </a:pPr>
            <a:r>
              <a:t>【処理 (Process)】</a:t>
            </a:r>
          </a:p>
          <a:p>
            <a:pPr>
              <a:defRPr sz="1400">
                <a:latin typeface="Meiryo UI"/>
              </a:defRPr>
            </a:pPr>
            <a:r>
              <a:t>・win32comで元ファイルを開き別名保存(_v2対応)</a:t>
            </a:r>
          </a:p>
          <a:p>
            <a:pPr>
              <a:defRPr sz="1400">
                <a:latin typeface="Meiryo UI"/>
              </a:defRPr>
            </a:pPr>
            <a:r>
              <a:t>・対象セル(Cell: C3等)を指すCallout図形を生成</a:t>
            </a:r>
          </a:p>
          <a:p>
            <a:pPr>
              <a:defRPr sz="1400">
                <a:latin typeface="Meiryo UI"/>
              </a:defRPr>
            </a:pPr>
            <a:r>
              <a:t>・【作業担当者記載欄】を動的追記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863840" y="2194560"/>
            <a:ext cx="731520" cy="548640"/>
          </a:xfrm>
          <a:prstGeom prst="rightArrow">
            <a:avLst/>
          </a:prstGeom>
          <a:solidFill>
            <a:srgbClr val="B4B4B4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0" y="1554480"/>
            <a:ext cx="3200400" cy="1828800"/>
          </a:xfrm>
          <a:prstGeom prst="roundRect">
            <a:avLst/>
          </a:prstGeom>
          <a:solidFill>
            <a:srgbClr val="DCFFD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latin typeface="Meiryo UI"/>
              </a:defRPr>
            </a:pPr>
            <a:r>
              <a:t>【出力 (Output)】</a:t>
            </a:r>
          </a:p>
          <a:p>
            <a:pPr>
              <a:defRPr sz="1400">
                <a:latin typeface="Meiryo UI"/>
              </a:defRPr>
            </a:pPr>
            <a:r>
              <a:t>・VisualReport.xlsb (人間が回答を書き込める対話型UI)</a:t>
            </a:r>
          </a:p>
          <a:p>
            <a:pPr>
              <a:defRPr sz="1400">
                <a:latin typeface="Meiryo UI"/>
              </a:defRPr>
            </a:pPr>
            <a:r>
              <a:t>※白背景・黒枠の純正吹き出し付きExcel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latin typeface="Meiryo UI"/>
              </a:defRPr>
            </a:pPr>
            <a:r>
              <a:t>4. 最終統合・可視化フェーズ (Final Synthesis)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3200400" cy="1828800"/>
          </a:xfrm>
          <a:prstGeom prst="roundRect">
            <a:avLst/>
          </a:prstGeom>
          <a:solidFill>
            <a:srgbClr val="DCF0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latin typeface="Meiryo UI"/>
              </a:defRPr>
            </a:pPr>
            <a:r>
              <a:t>【入力 (Input)】</a:t>
            </a:r>
          </a:p>
          <a:p>
            <a:pPr>
              <a:defRPr sz="1400">
                <a:latin typeface="Meiryo UI"/>
              </a:defRPr>
            </a:pPr>
            <a:r>
              <a:t>・PCの客観的ログ (What/How)</a:t>
            </a:r>
          </a:p>
          <a:p>
            <a:pPr>
              <a:defRPr sz="1400">
                <a:latin typeface="Meiryo UI"/>
              </a:defRPr>
            </a:pPr>
            <a:r>
              <a:t>・VisualReportに作業者が追記した主観コメント (Why)</a:t>
            </a:r>
          </a:p>
          <a:p>
            <a:pPr>
              <a:defRPr sz="1400">
                <a:latin typeface="Meiryo UI"/>
              </a:defRPr>
            </a:pPr>
            <a:r>
              <a:t>・formula_analyzer.pyによる数式構造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49039" y="4937760"/>
            <a:ext cx="731520" cy="548640"/>
          </a:xfrm>
          <a:prstGeom prst="rightArrow">
            <a:avLst/>
          </a:prstGeom>
          <a:solidFill>
            <a:srgbClr val="B4B4B4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4297680"/>
            <a:ext cx="3200400" cy="1828800"/>
          </a:xfrm>
          <a:prstGeom prst="roundRect">
            <a:avLst/>
          </a:prstGeom>
          <a:solidFill>
            <a:srgbClr val="FFE6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latin typeface="Meiryo UI"/>
              </a:defRPr>
            </a:pPr>
            <a:r>
              <a:t>【処理 (Process)】</a:t>
            </a:r>
          </a:p>
          <a:p>
            <a:pPr>
              <a:defRPr sz="1400">
                <a:latin typeface="Meiryo UI"/>
              </a:defRPr>
            </a:pPr>
            <a:r>
              <a:t>・全データを統合解析</a:t>
            </a:r>
          </a:p>
          <a:p>
            <a:pPr>
              <a:defRPr sz="1400">
                <a:latin typeface="Meiryo UI"/>
              </a:defRPr>
            </a:pPr>
            <a:r>
              <a:t>・暗黙のルール(色や目視確認)を明文化</a:t>
            </a:r>
          </a:p>
          <a:p>
            <a:pPr>
              <a:defRPr sz="1400">
                <a:latin typeface="Meiryo UI"/>
              </a:defRPr>
            </a:pPr>
            <a:r>
              <a:t>・自動化可能な要件を抽出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863840" y="4937760"/>
            <a:ext cx="731520" cy="548640"/>
          </a:xfrm>
          <a:prstGeom prst="rightArrow">
            <a:avLst/>
          </a:prstGeom>
          <a:solidFill>
            <a:srgbClr val="B4B4B4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0" y="4297680"/>
            <a:ext cx="3200400" cy="1828800"/>
          </a:xfrm>
          <a:prstGeom prst="roundRect">
            <a:avLst/>
          </a:prstGeom>
          <a:solidFill>
            <a:srgbClr val="DCFFD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latin typeface="Meiryo UI"/>
              </a:defRPr>
            </a:pPr>
            <a:r>
              <a:t>【出力 (Output)】</a:t>
            </a:r>
          </a:p>
          <a:p>
            <a:pPr>
              <a:defRPr sz="1400">
                <a:latin typeface="Meiryo UI"/>
              </a:defRPr>
            </a:pPr>
            <a:r>
              <a:t>・究極の業務マニュアル 兼 自動化要件定義書</a:t>
            </a:r>
          </a:p>
          <a:p>
            <a:pPr>
              <a:defRPr sz="1400">
                <a:latin typeface="Meiryo UI"/>
              </a:defRPr>
            </a:pPr>
            <a:r>
              <a:t>・(必要に応じて) Python自動化コードの生成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Meiryo UI"/>
              </a:defRPr>
            </a:pPr>
            <a:r>
              <a:t>技術アーキテクチャ詳細: 関数リバースエンジニアリング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latin typeface="Meiryo UI"/>
              </a:defRPr>
            </a:pPr>
            <a:r>
              <a:t>並行解析モジュール: formula_analyzer.py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468880"/>
            <a:ext cx="3200400" cy="1828800"/>
          </a:xfrm>
          <a:prstGeom prst="roundRect">
            <a:avLst/>
          </a:prstGeom>
          <a:solidFill>
            <a:srgbClr val="DCF0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latin typeface="Meiryo UI"/>
              </a:defRPr>
            </a:pPr>
            <a:r>
              <a:t>【入力 (Input)】</a:t>
            </a:r>
          </a:p>
          <a:p>
            <a:pPr>
              <a:defRPr sz="1400">
                <a:latin typeface="Meiryo UI"/>
              </a:defRPr>
            </a:pPr>
            <a:r>
              <a:t>・分析対象のExcelファイル</a:t>
            </a:r>
          </a:p>
          <a:p>
            <a:pPr>
              <a:defRPr sz="1400">
                <a:latin typeface="Meiryo UI"/>
              </a:defRPr>
            </a:pPr>
            <a:r>
              <a:t>(複数のシート、数万件のVLOOKUP等)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749039" y="3108960"/>
            <a:ext cx="731520" cy="548640"/>
          </a:xfrm>
          <a:prstGeom prst="rightArrow">
            <a:avLst/>
          </a:prstGeom>
          <a:solidFill>
            <a:srgbClr val="B4B4B4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2468880"/>
            <a:ext cx="3200400" cy="1828800"/>
          </a:xfrm>
          <a:prstGeom prst="roundRect">
            <a:avLst/>
          </a:prstGeom>
          <a:solidFill>
            <a:srgbClr val="FFE6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latin typeface="Meiryo UI"/>
              </a:defRPr>
            </a:pPr>
            <a:r>
              <a:t>【処理 (Process)】</a:t>
            </a:r>
          </a:p>
          <a:p>
            <a:pPr>
              <a:defRPr sz="1400">
                <a:latin typeface="Meiryo UI"/>
              </a:defRPr>
            </a:pPr>
            <a:r>
              <a:t>・全シートの UsedRange.HasFormula を走査</a:t>
            </a:r>
          </a:p>
          <a:p>
            <a:pPr>
              <a:defRPr sz="1400">
                <a:latin typeface="Meiryo UI"/>
              </a:defRPr>
            </a:pPr>
            <a:r>
              <a:t>・数式が含まれるセル座標と実体をメモリ展開</a:t>
            </a:r>
          </a:p>
          <a:p>
            <a:pPr>
              <a:defRPr sz="1400">
                <a:latin typeface="Meiryo UI"/>
              </a:defRPr>
            </a:pPr>
            <a:r>
              <a:t>・操作ログとの突き合わせ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863840" y="3108960"/>
            <a:ext cx="731520" cy="548640"/>
          </a:xfrm>
          <a:prstGeom prst="rightArrow">
            <a:avLst/>
          </a:prstGeom>
          <a:solidFill>
            <a:srgbClr val="B4B4B4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0" y="2468880"/>
            <a:ext cx="3200400" cy="1828800"/>
          </a:xfrm>
          <a:prstGeom prst="roundRect">
            <a:avLst/>
          </a:prstGeom>
          <a:solidFill>
            <a:srgbClr val="DCFFD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latin typeface="Meiryo UI"/>
              </a:defRPr>
            </a:pPr>
            <a:r>
              <a:t>【出力 (Output)】</a:t>
            </a:r>
          </a:p>
          <a:p>
            <a:pPr>
              <a:defRPr sz="1400">
                <a:latin typeface="Meiryo UI"/>
              </a:defRPr>
            </a:pPr>
            <a:r>
              <a:t>・暗黙の計算ロジックの可視化</a:t>
            </a:r>
          </a:p>
          <a:p>
            <a:pPr>
              <a:defRPr sz="1400">
                <a:latin typeface="Meiryo UI"/>
              </a:defRPr>
            </a:pPr>
            <a:r>
              <a:t>(人間が値を入力した裏で、どの数式が連鎖発火したかの解明)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