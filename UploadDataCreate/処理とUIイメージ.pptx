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70D151-7688-5CD1-3C6A-25B254E26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243D337-67D5-55A5-DBFF-FD5BEA2AB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905D1E-6B5F-8FDD-B881-E41FC960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6EC6-4EB5-4F3A-B286-8A79A7244260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DFB417-65F2-243B-5F8A-157F8ED0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E18DE8-E111-5820-2FCB-37FB1AB56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6C67-6288-4A80-8B13-8FDE451274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1987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2CE7A2-0B29-0A10-67A7-DBF6CB49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9EE626-8C79-ECD9-BD7C-46135C98F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F02A3B-6E42-31D1-C988-908FBB2C7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6EC6-4EB5-4F3A-B286-8A79A7244260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701C22-FC0B-2482-C194-7D640582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342843-5DEB-DDB5-8CCB-B971C108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6C67-6288-4A80-8B13-8FDE451274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404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6142B5-05A6-64DC-762D-36C2316C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9FD23A-8F23-9040-69CA-D28699CF9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579EB9-CB77-B690-6149-DBCC6FD7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6EC6-4EB5-4F3A-B286-8A79A7244260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16E333-2C87-5D7E-B994-4E1242AA2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9C32C0-3C1B-9579-1A75-FBDA077C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6C67-6288-4A80-8B13-8FDE451274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74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4EA4D7-FFC5-61E7-4FDC-8F83AD2B9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606BB4-E535-DFEF-6AFD-EEABC5555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08205B-1B19-7B1C-1042-1E08D7625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DBC5B0-61D3-588B-7036-040413362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6EC6-4EB5-4F3A-B286-8A79A7244260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FB4DA0-BAA5-6414-5241-CD2318AC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3A8C98-14E8-08EB-B77A-8ED60EC4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6C67-6288-4A80-8B13-8FDE451274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7600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6F0E9F-5F65-E28B-01FF-ABAAD53DA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0435D5-A2F7-1246-4839-538461456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2DE20A2-7EE4-61D3-40E9-F0B5263CF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739D939-F754-7B14-F941-C7A1445869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65F6661-9305-3BED-C379-D8E75105C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C90A4C6-7456-9B15-3DED-E49C36ACB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6EC6-4EB5-4F3A-B286-8A79A7244260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D362007-AE75-F14D-579B-71259BED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ED9E6F-01A0-9790-A090-80210118B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6C67-6288-4A80-8B13-8FDE451274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84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E6B5DE-9A8C-17FD-A0A1-1563C91D4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AE0738-64E3-E12A-7847-D9B4C1F3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6EC6-4EB5-4F3A-B286-8A79A7244260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DC4F926-021B-9531-4354-ED75E127A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38D5ED-F723-5B33-6A3C-722A564F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6C67-6288-4A80-8B13-8FDE451274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904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10A1099-B5A1-E138-65F8-B0379A958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6EC6-4EB5-4F3A-B286-8A79A7244260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8B352D-7952-42C5-0F30-6C97BEFF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198BFAA-4DE9-FF3B-3D05-0749D44F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6C67-6288-4A80-8B13-8FDE451274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8497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886137-CBC8-4D35-60BC-63BCC765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FAEF94-9FFE-6D50-3A30-CD6482267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07A42F-D204-B614-DADA-557C62AEF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0B6E61-02D2-304D-450E-2777CC036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6EC6-4EB5-4F3A-B286-8A79A7244260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ECA2C0-491F-DBE5-B7CA-D522FEAB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6374AC-9960-53CF-B6B4-64B37D5C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6C67-6288-4A80-8B13-8FDE451274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280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3419B0-B23F-641C-BDBE-42B436B97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9B65453-E22D-1793-7465-DE2C949A3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71C03E-4C0C-2160-90E6-8F327F9B2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BE0269-0BE8-9642-D18E-C13FEA780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6EC6-4EB5-4F3A-B286-8A79A7244260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135CAD-F963-BAB2-D27C-7F69406EE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F462EC-9036-65EF-6F21-B97E4173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6C67-6288-4A80-8B13-8FDE451274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68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94E607-FC27-0768-B417-81FFC7C0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D018A9-B66B-5A7A-B87C-7FCD20BE7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4D0623-2478-8F86-5FC6-D66003657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6EC6-4EB5-4F3A-B286-8A79A7244260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44D4ED-509D-294A-E231-990A4733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7F0D67-1D3A-5F81-2796-714D68E9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6C67-6288-4A80-8B13-8FDE451274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233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67963DF-3958-5E53-9F17-DA893F2C9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E76FE7-FC13-E32E-5724-A6C93A666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CDE7CD-4048-70EB-24B7-048A733A0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6EC6-4EB5-4F3A-B286-8A79A7244260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8B2A40-FD92-CA8B-9013-E1C9CD77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29B2AC-FF36-ACD2-FB6D-13D2E158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6C67-6288-4A80-8B13-8FDE451274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6841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BDB5FFA-6A70-9382-64E3-6BAEC7E1D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38FB36-0908-20A0-7AFD-108F3CA25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3FBAFC-E2F8-1180-623C-59734F356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96EC6-4EB5-4F3A-B286-8A79A7244260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A15CD2-764C-1A2A-BCD6-2E21AA4CF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0B7B07-E08C-4AB5-3D77-85CF45D62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56C67-6288-4A80-8B13-8FDE451274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454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DAD9748-3B17-DC68-3E13-9B6B54464725}"/>
              </a:ext>
            </a:extLst>
          </p:cNvPr>
          <p:cNvSpPr/>
          <p:nvPr/>
        </p:nvSpPr>
        <p:spPr>
          <a:xfrm>
            <a:off x="365760" y="269966"/>
            <a:ext cx="11486606" cy="827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ツール名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D5423A6-7D21-81C9-71C2-ACDB99E6EAAD}"/>
              </a:ext>
            </a:extLst>
          </p:cNvPr>
          <p:cNvSpPr/>
          <p:nvPr/>
        </p:nvSpPr>
        <p:spPr>
          <a:xfrm>
            <a:off x="365760" y="1280160"/>
            <a:ext cx="5617030" cy="827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作業する対象ファイル選択（ダイアログ表示）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A882934-4F09-C8A9-8B54-2311456C3B2C}"/>
              </a:ext>
            </a:extLst>
          </p:cNvPr>
          <p:cNvSpPr/>
          <p:nvPr/>
        </p:nvSpPr>
        <p:spPr>
          <a:xfrm>
            <a:off x="6235336" y="1280160"/>
            <a:ext cx="5617030" cy="827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マージする対象ファイル（ダイアログ）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1472D73-762F-C307-01BA-5371CABFFC6A}"/>
              </a:ext>
            </a:extLst>
          </p:cNvPr>
          <p:cNvSpPr/>
          <p:nvPr/>
        </p:nvSpPr>
        <p:spPr>
          <a:xfrm>
            <a:off x="365760" y="3015343"/>
            <a:ext cx="5617030" cy="827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作業</a:t>
            </a:r>
            <a:r>
              <a:rPr kumimoji="1" lang="en-US" altLang="ja-JP" dirty="0"/>
              <a:t>Stage</a:t>
            </a:r>
            <a:r>
              <a:rPr kumimoji="1" lang="ja-JP" altLang="en-US" dirty="0"/>
              <a:t>１（例：</a:t>
            </a:r>
            <a:r>
              <a:rPr kumimoji="1" lang="en-US" altLang="ja-JP" dirty="0" err="1"/>
              <a:t>Vlookup</a:t>
            </a:r>
            <a:r>
              <a:rPr kumimoji="1" lang="ja-JP" altLang="en-US" dirty="0"/>
              <a:t>で不要行削除工程）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8849E9B-4978-E930-4858-23910693FEAC}"/>
              </a:ext>
            </a:extLst>
          </p:cNvPr>
          <p:cNvSpPr/>
          <p:nvPr/>
        </p:nvSpPr>
        <p:spPr>
          <a:xfrm>
            <a:off x="365760" y="3942806"/>
            <a:ext cx="5617030" cy="827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作業</a:t>
            </a:r>
            <a:r>
              <a:rPr kumimoji="1" lang="en-US" altLang="ja-JP" dirty="0"/>
              <a:t>Stage</a:t>
            </a:r>
            <a:r>
              <a:rPr lang="en-US" altLang="ja-JP" dirty="0"/>
              <a:t>2</a:t>
            </a:r>
            <a:r>
              <a:rPr lang="ja-JP" altLang="en-US" dirty="0"/>
              <a:t>（取り寄せ品の除外）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FC2FD45-2BB9-D490-F260-31448D02873D}"/>
              </a:ext>
            </a:extLst>
          </p:cNvPr>
          <p:cNvSpPr/>
          <p:nvPr/>
        </p:nvSpPr>
        <p:spPr>
          <a:xfrm>
            <a:off x="365760" y="4870269"/>
            <a:ext cx="5617030" cy="827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作業</a:t>
            </a:r>
            <a:r>
              <a:rPr kumimoji="1" lang="en-US" altLang="ja-JP" dirty="0"/>
              <a:t>Stage3</a:t>
            </a:r>
            <a:r>
              <a:rPr kumimoji="1" lang="ja-JP" altLang="en-US" dirty="0"/>
              <a:t>（医薬品の除外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78BFBA6-05E9-C558-4EBD-5A7DE3A5C14D}"/>
              </a:ext>
            </a:extLst>
          </p:cNvPr>
          <p:cNvSpPr/>
          <p:nvPr/>
        </p:nvSpPr>
        <p:spPr>
          <a:xfrm>
            <a:off x="365760" y="5797732"/>
            <a:ext cx="5617030" cy="827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作業</a:t>
            </a:r>
            <a:r>
              <a:rPr kumimoji="1" lang="en-US" altLang="ja-JP" dirty="0"/>
              <a:t>Stage</a:t>
            </a:r>
            <a:r>
              <a:rPr lang="en-US" altLang="ja-JP" dirty="0"/>
              <a:t>4</a:t>
            </a:r>
            <a:r>
              <a:rPr lang="ja-JP" altLang="en-US" dirty="0"/>
              <a:t>（特定文字列の削除）</a:t>
            </a:r>
            <a:r>
              <a:rPr lang="en-US" altLang="ja-JP" dirty="0"/>
              <a:t>※</a:t>
            </a:r>
            <a:r>
              <a:rPr lang="ja-JP" altLang="en-US" dirty="0"/>
              <a:t>以後続く</a:t>
            </a:r>
            <a:endParaRPr lang="en-US" altLang="ja-JP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4422D75-E12F-3FB6-DFA8-CB803966F716}"/>
              </a:ext>
            </a:extLst>
          </p:cNvPr>
          <p:cNvSpPr/>
          <p:nvPr/>
        </p:nvSpPr>
        <p:spPr>
          <a:xfrm>
            <a:off x="1754778" y="2207622"/>
            <a:ext cx="2838994" cy="707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作業開始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5627E09-C486-8E90-880E-36FD7612FBEE}"/>
              </a:ext>
            </a:extLst>
          </p:cNvPr>
          <p:cNvSpPr/>
          <p:nvPr/>
        </p:nvSpPr>
        <p:spPr>
          <a:xfrm>
            <a:off x="6235336" y="3015343"/>
            <a:ext cx="5617030" cy="827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ファイルを展開し内容確認→</a:t>
            </a:r>
            <a:r>
              <a:rPr kumimoji="1" lang="en-US" altLang="ja-JP" dirty="0"/>
              <a:t>Stage</a:t>
            </a:r>
            <a:r>
              <a:rPr kumimoji="1" lang="ja-JP" altLang="en-US" dirty="0"/>
              <a:t>２へ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969F6E9-5EBC-85E9-D9AE-F59D1EE21F3B}"/>
              </a:ext>
            </a:extLst>
          </p:cNvPr>
          <p:cNvSpPr/>
          <p:nvPr/>
        </p:nvSpPr>
        <p:spPr>
          <a:xfrm>
            <a:off x="6235336" y="3942806"/>
            <a:ext cx="5617030" cy="827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ファイルを展開し内容確認→</a:t>
            </a:r>
            <a:r>
              <a:rPr kumimoji="1" lang="en-US" altLang="ja-JP" dirty="0"/>
              <a:t>Stage</a:t>
            </a:r>
            <a:r>
              <a:rPr lang="en-US" altLang="ja-JP" dirty="0"/>
              <a:t>3</a:t>
            </a:r>
            <a:r>
              <a:rPr kumimoji="1" lang="ja-JP" altLang="en-US" dirty="0"/>
              <a:t>へ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0127170-D144-6F70-DCA7-3B8F6F633122}"/>
              </a:ext>
            </a:extLst>
          </p:cNvPr>
          <p:cNvSpPr/>
          <p:nvPr/>
        </p:nvSpPr>
        <p:spPr>
          <a:xfrm>
            <a:off x="6235336" y="4870269"/>
            <a:ext cx="5617030" cy="827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ファイルを展開し内容確認→</a:t>
            </a:r>
            <a:r>
              <a:rPr kumimoji="1" lang="en-US" altLang="ja-JP" dirty="0"/>
              <a:t>Stage4</a:t>
            </a:r>
            <a:r>
              <a:rPr kumimoji="1" lang="ja-JP" altLang="en-US" dirty="0"/>
              <a:t>へ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78B157B-02B7-B389-7202-F65B0FF9CE0D}"/>
              </a:ext>
            </a:extLst>
          </p:cNvPr>
          <p:cNvSpPr/>
          <p:nvPr/>
        </p:nvSpPr>
        <p:spPr>
          <a:xfrm>
            <a:off x="7624354" y="5857603"/>
            <a:ext cx="2838994" cy="707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作業終了（佐々嶌</a:t>
            </a:r>
            <a:r>
              <a:rPr kumimoji="1" lang="en-US" altLang="ja-JP" dirty="0"/>
              <a:t>exe</a:t>
            </a:r>
            <a:r>
              <a:rPr kumimoji="1" lang="ja-JP" altLang="en-US" dirty="0"/>
              <a:t>処理へ）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ADE9F860-ABF0-04FF-7ABB-966276C75201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>
            <a:off x="3174275" y="2107474"/>
            <a:ext cx="0" cy="100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A0291D32-18C6-465F-9400-97A0A82DFFA9}"/>
              </a:ext>
            </a:extLst>
          </p:cNvPr>
          <p:cNvCxnSpPr>
            <a:cxnSpLocks/>
          </p:cNvCxnSpPr>
          <p:nvPr/>
        </p:nvCxnSpPr>
        <p:spPr>
          <a:xfrm>
            <a:off x="3174275" y="2915195"/>
            <a:ext cx="0" cy="100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95BC5E29-7846-A526-517C-8FBBF5EA4085}"/>
              </a:ext>
            </a:extLst>
          </p:cNvPr>
          <p:cNvCxnSpPr>
            <a:cxnSpLocks/>
          </p:cNvCxnSpPr>
          <p:nvPr/>
        </p:nvCxnSpPr>
        <p:spPr>
          <a:xfrm>
            <a:off x="3174275" y="3842658"/>
            <a:ext cx="0" cy="100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686920A0-BBAD-B249-085B-AE8F8C3D13A3}"/>
              </a:ext>
            </a:extLst>
          </p:cNvPr>
          <p:cNvCxnSpPr>
            <a:cxnSpLocks/>
          </p:cNvCxnSpPr>
          <p:nvPr/>
        </p:nvCxnSpPr>
        <p:spPr>
          <a:xfrm>
            <a:off x="3174275" y="4770121"/>
            <a:ext cx="0" cy="100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44E322A9-E4E2-535F-374F-896CD1538EC4}"/>
              </a:ext>
            </a:extLst>
          </p:cNvPr>
          <p:cNvCxnSpPr>
            <a:cxnSpLocks/>
          </p:cNvCxnSpPr>
          <p:nvPr/>
        </p:nvCxnSpPr>
        <p:spPr>
          <a:xfrm>
            <a:off x="3188631" y="5697584"/>
            <a:ext cx="0" cy="100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439441A3-7229-7934-BD16-F66DE657CBBE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5982790" y="3429000"/>
            <a:ext cx="2525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79147F3-A52A-448F-7514-4835B33DE8B0}"/>
              </a:ext>
            </a:extLst>
          </p:cNvPr>
          <p:cNvCxnSpPr>
            <a:cxnSpLocks/>
          </p:cNvCxnSpPr>
          <p:nvPr/>
        </p:nvCxnSpPr>
        <p:spPr>
          <a:xfrm>
            <a:off x="5982790" y="4356463"/>
            <a:ext cx="2525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E94BE78-1AF7-B6B8-D3D6-1942467C66EA}"/>
              </a:ext>
            </a:extLst>
          </p:cNvPr>
          <p:cNvCxnSpPr>
            <a:cxnSpLocks/>
          </p:cNvCxnSpPr>
          <p:nvPr/>
        </p:nvCxnSpPr>
        <p:spPr>
          <a:xfrm>
            <a:off x="5982790" y="5283926"/>
            <a:ext cx="2525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31E6E442-0B1A-D090-3AED-C4841E42D311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5995853" y="6211388"/>
            <a:ext cx="16285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692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伊藤 健人</dc:creator>
  <cp:lastModifiedBy>伊藤 健人</cp:lastModifiedBy>
  <cp:revision>1</cp:revision>
  <dcterms:created xsi:type="dcterms:W3CDTF">2026-08-19T01:42:41Z</dcterms:created>
  <dcterms:modified xsi:type="dcterms:W3CDTF">2026-08-19T01:44:36Z</dcterms:modified>
</cp:coreProperties>
</file>